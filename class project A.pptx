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58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7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31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2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1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5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31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70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41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77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23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91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134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313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26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154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94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9114DEC-45D1-4D9F-8252-0D040155B860}" type="datetimeFigureOut">
              <a:rPr lang="en-US" smtClean="0"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406C931-F7D0-4EA7-8C0A-61D5359EC2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48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469" y="479938"/>
            <a:ext cx="8720565" cy="734908"/>
          </a:xfrm>
        </p:spPr>
        <p:txBody>
          <a:bodyPr/>
          <a:lstStyle/>
          <a:p>
            <a:r>
              <a:rPr lang="en-US" dirty="0" smtClean="0"/>
              <a:t>Flowchart for Aminat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1214845"/>
            <a:ext cx="8825658" cy="5133703"/>
          </a:xfrm>
        </p:spPr>
        <p:txBody>
          <a:bodyPr/>
          <a:lstStyle/>
          <a:p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4" name="Flowchart: Terminator 3"/>
          <p:cNvSpPr/>
          <p:nvPr/>
        </p:nvSpPr>
        <p:spPr>
          <a:xfrm>
            <a:off x="1449976" y="1449976"/>
            <a:ext cx="1175657" cy="496389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Arrow Connector 5"/>
          <p:cNvCxnSpPr>
            <a:stCxn id="4" idx="3"/>
            <a:endCxn id="4" idx="3"/>
          </p:cNvCxnSpPr>
          <p:nvPr/>
        </p:nvCxnSpPr>
        <p:spPr>
          <a:xfrm>
            <a:off x="2625633" y="1698171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3"/>
          </p:cNvCxnSpPr>
          <p:nvPr/>
        </p:nvCxnSpPr>
        <p:spPr>
          <a:xfrm>
            <a:off x="2625633" y="1698171"/>
            <a:ext cx="295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rallelogram 10"/>
          <p:cNvSpPr/>
          <p:nvPr/>
        </p:nvSpPr>
        <p:spPr>
          <a:xfrm>
            <a:off x="2816150" y="1449976"/>
            <a:ext cx="2879255" cy="689067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Aminat at location (0,0)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Straight Arrow Connector 12"/>
          <p:cNvCxnSpPr>
            <a:stCxn id="11" idx="2"/>
          </p:cNvCxnSpPr>
          <p:nvPr/>
        </p:nvCxnSpPr>
        <p:spPr>
          <a:xfrm flipV="1">
            <a:off x="5609272" y="1794509"/>
            <a:ext cx="4284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37751" y="1449976"/>
            <a:ext cx="1669335" cy="7968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Move East to location (3,0)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7693728" y="1794509"/>
            <a:ext cx="4966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190411" y="1449977"/>
            <a:ext cx="1790202" cy="7968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Pick up the flower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0" name="Straight Arrow Connector 29"/>
          <p:cNvCxnSpPr>
            <a:stCxn id="28" idx="2"/>
          </p:cNvCxnSpPr>
          <p:nvPr/>
        </p:nvCxnSpPr>
        <p:spPr>
          <a:xfrm>
            <a:off x="9085512" y="2246813"/>
            <a:ext cx="19299" cy="36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190412" y="2612571"/>
            <a:ext cx="1672045" cy="11756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Move two spaces South to location (3,2)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9104811" y="3788229"/>
            <a:ext cx="2" cy="365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190412" y="4140925"/>
            <a:ext cx="1672046" cy="9535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Plant the flower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Arrow Connector 41"/>
          <p:cNvCxnSpPr>
            <a:stCxn id="40" idx="1"/>
          </p:cNvCxnSpPr>
          <p:nvPr/>
        </p:nvCxnSpPr>
        <p:spPr>
          <a:xfrm flipH="1">
            <a:off x="7576457" y="4617720"/>
            <a:ext cx="613955" cy="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3592286" y="4617720"/>
            <a:ext cx="731520" cy="6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Terminator 45"/>
          <p:cNvSpPr/>
          <p:nvPr/>
        </p:nvSpPr>
        <p:spPr>
          <a:xfrm>
            <a:off x="1853818" y="4153987"/>
            <a:ext cx="1771125" cy="881744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Stop Aminat and End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7" name="Parallelogram 46"/>
          <p:cNvSpPr/>
          <p:nvPr/>
        </p:nvSpPr>
        <p:spPr>
          <a:xfrm>
            <a:off x="4238898" y="4140926"/>
            <a:ext cx="3454830" cy="894805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 Aminat at location (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4,2)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553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4983"/>
          </a:xfrm>
        </p:spPr>
        <p:txBody>
          <a:bodyPr/>
          <a:lstStyle/>
          <a:p>
            <a:r>
              <a:rPr lang="en-US" dirty="0" smtClean="0"/>
              <a:t>Pseudocode for Aminat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90058" y="2720622"/>
            <a:ext cx="8825659" cy="399908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Place Aminat at location (0,0)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Move Aminat to the East and stop her at location (3,0)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Set Aminat to pick up the flower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Move Aminat two spaces south and stop her at location (3,2)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Allow Aminat to plant the flower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Move Aminat one space East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/>
              <a:t>Stop Aminat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42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83326"/>
            <a:ext cx="8761413" cy="627017"/>
          </a:xfrm>
        </p:spPr>
        <p:txBody>
          <a:bodyPr/>
          <a:lstStyle/>
          <a:p>
            <a:r>
              <a:rPr lang="en-US" dirty="0" smtClean="0"/>
              <a:t>Project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4034"/>
            <a:ext cx="12192000" cy="5603966"/>
          </a:xfrm>
        </p:spPr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lowchart: Terminator 3"/>
          <p:cNvSpPr/>
          <p:nvPr/>
        </p:nvSpPr>
        <p:spPr>
          <a:xfrm>
            <a:off x="1423851" y="1254035"/>
            <a:ext cx="2468880" cy="44903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658291" y="1691637"/>
            <a:ext cx="13063" cy="37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Flowchart: Stored Data 6"/>
          <p:cNvSpPr/>
          <p:nvPr/>
        </p:nvSpPr>
        <p:spPr>
          <a:xfrm>
            <a:off x="1423852" y="2070461"/>
            <a:ext cx="2612571" cy="1508762"/>
          </a:xfrm>
          <a:prstGeom prst="flowChartOnlineStorag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 the names of all 15 employees into the system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710541" y="3579223"/>
            <a:ext cx="13065" cy="348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arallelogram 11"/>
          <p:cNvSpPr/>
          <p:nvPr/>
        </p:nvSpPr>
        <p:spPr>
          <a:xfrm>
            <a:off x="1423852" y="3927838"/>
            <a:ext cx="2468880" cy="666205"/>
          </a:xfrm>
          <a:prstGeom prst="parallelogram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your name 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658289" y="4594044"/>
            <a:ext cx="13065" cy="291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1352003" y="4957353"/>
            <a:ext cx="2612572" cy="1828801"/>
          </a:xfrm>
          <a:prstGeom prst="diamond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the entered name in the system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Straight Connector 20"/>
          <p:cNvCxnSpPr>
            <a:stCxn id="17" idx="3"/>
          </p:cNvCxnSpPr>
          <p:nvPr/>
        </p:nvCxnSpPr>
        <p:spPr>
          <a:xfrm flipV="1">
            <a:off x="3964575" y="5871753"/>
            <a:ext cx="48985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/>
          <p:cNvCxnSpPr/>
          <p:nvPr/>
        </p:nvCxnSpPr>
        <p:spPr>
          <a:xfrm flipV="1">
            <a:off x="4454434" y="4957353"/>
            <a:ext cx="927463" cy="914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918165" y="5871753"/>
            <a:ext cx="0" cy="7772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4918165" y="6635931"/>
            <a:ext cx="463732" cy="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Parallelogram 34"/>
          <p:cNvSpPr/>
          <p:nvPr/>
        </p:nvSpPr>
        <p:spPr>
          <a:xfrm>
            <a:off x="5316578" y="4431574"/>
            <a:ext cx="1901738" cy="907867"/>
          </a:xfrm>
          <a:prstGeom prst="parallelogram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 sir/ma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Parallelogram 35"/>
          <p:cNvSpPr/>
          <p:nvPr/>
        </p:nvSpPr>
        <p:spPr>
          <a:xfrm>
            <a:off x="5316579" y="6139543"/>
            <a:ext cx="1901738" cy="718457"/>
          </a:xfrm>
          <a:prstGeom prst="parallelogram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Please leave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Connector 37"/>
          <p:cNvCxnSpPr>
            <a:stCxn id="35" idx="2"/>
          </p:cNvCxnSpPr>
          <p:nvPr/>
        </p:nvCxnSpPr>
        <p:spPr>
          <a:xfrm>
            <a:off x="7104833" y="4885508"/>
            <a:ext cx="1751784" cy="7217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7170152" y="5607231"/>
            <a:ext cx="1686466" cy="11789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Flowchart: Terminator 43"/>
          <p:cNvSpPr/>
          <p:nvPr/>
        </p:nvSpPr>
        <p:spPr>
          <a:xfrm>
            <a:off x="8856617" y="5120640"/>
            <a:ext cx="2351314" cy="940524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753518" y="4506530"/>
            <a:ext cx="57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YES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36862" y="6279663"/>
            <a:ext cx="646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228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 for project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Input the names of all 15 employees into the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Request user to enter their own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If the name entered is in the system, print “welcome sir/ma”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If the name entered is not in the system, print “ You do not work here, please leave”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45768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834" y="489616"/>
            <a:ext cx="8825660" cy="699104"/>
          </a:xfrm>
        </p:spPr>
        <p:txBody>
          <a:bodyPr/>
          <a:lstStyle/>
          <a:p>
            <a:r>
              <a:rPr lang="en-US" dirty="0" smtClean="0"/>
              <a:t>Project iii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084217"/>
            <a:ext cx="12192000" cy="5773783"/>
          </a:xfrm>
        </p:spPr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lowchart: Terminator 3"/>
          <p:cNvSpPr/>
          <p:nvPr/>
        </p:nvSpPr>
        <p:spPr>
          <a:xfrm>
            <a:off x="1097280" y="1319349"/>
            <a:ext cx="2090057" cy="640080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142308" y="1972492"/>
            <a:ext cx="0" cy="287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Parallelogram 8"/>
          <p:cNvSpPr/>
          <p:nvPr/>
        </p:nvSpPr>
        <p:spPr>
          <a:xfrm>
            <a:off x="1097280" y="2259874"/>
            <a:ext cx="2024743" cy="770708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delivery location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Straight Arrow Connector 11"/>
          <p:cNvCxnSpPr>
            <a:stCxn id="9" idx="2"/>
          </p:cNvCxnSpPr>
          <p:nvPr/>
        </p:nvCxnSpPr>
        <p:spPr>
          <a:xfrm>
            <a:off x="3025685" y="2645228"/>
            <a:ext cx="3184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4"/>
          </p:cNvCxnSpPr>
          <p:nvPr/>
        </p:nvCxnSpPr>
        <p:spPr>
          <a:xfrm flipH="1">
            <a:off x="2109651" y="3030582"/>
            <a:ext cx="1" cy="287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344091" y="2259874"/>
            <a:ext cx="1706337" cy="7707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PAU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97280" y="3304902"/>
            <a:ext cx="1802674" cy="3202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Epe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109651" y="3625184"/>
            <a:ext cx="0" cy="267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Decision 23"/>
          <p:cNvSpPr/>
          <p:nvPr/>
        </p:nvSpPr>
        <p:spPr>
          <a:xfrm>
            <a:off x="740762" y="3892731"/>
            <a:ext cx="2737777" cy="20247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the weight of the package less than 10kg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/>
          <p:cNvCxnSpPr>
            <a:stCxn id="19" idx="3"/>
          </p:cNvCxnSpPr>
          <p:nvPr/>
        </p:nvCxnSpPr>
        <p:spPr>
          <a:xfrm>
            <a:off x="5050428" y="2645228"/>
            <a:ext cx="4490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5431971" y="1642653"/>
            <a:ext cx="2714897" cy="2005149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the weight of the package less than 10kg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7" name="Elbow Connector 36"/>
          <p:cNvCxnSpPr>
            <a:stCxn id="35" idx="3"/>
          </p:cNvCxnSpPr>
          <p:nvPr/>
        </p:nvCxnSpPr>
        <p:spPr>
          <a:xfrm flipV="1">
            <a:off x="8146868" y="1959429"/>
            <a:ext cx="1180012" cy="6857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736874" y="2645227"/>
            <a:ext cx="0" cy="672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8736874" y="3304902"/>
            <a:ext cx="590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4" idx="3"/>
          </p:cNvCxnSpPr>
          <p:nvPr/>
        </p:nvCxnSpPr>
        <p:spPr>
          <a:xfrm flipV="1">
            <a:off x="3478539" y="4334006"/>
            <a:ext cx="924128" cy="5710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3940603" y="4905102"/>
            <a:ext cx="0" cy="547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3940603" y="5452533"/>
            <a:ext cx="462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402667" y="4006446"/>
            <a:ext cx="1456266" cy="6782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fee is #4000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402667" y="5125940"/>
            <a:ext cx="1456266" cy="6878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fee is #5000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334055" y="1541096"/>
            <a:ext cx="1460217" cy="8069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fee is #1500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334056" y="2804969"/>
            <a:ext cx="1460216" cy="8202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fee is #2000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5" name="Straight Connector 64"/>
          <p:cNvCxnSpPr>
            <a:stCxn id="62" idx="2"/>
            <a:endCxn id="63" idx="0"/>
          </p:cNvCxnSpPr>
          <p:nvPr/>
        </p:nvCxnSpPr>
        <p:spPr>
          <a:xfrm>
            <a:off x="10064164" y="2348090"/>
            <a:ext cx="0" cy="456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3" idx="2"/>
          </p:cNvCxnSpPr>
          <p:nvPr/>
        </p:nvCxnSpPr>
        <p:spPr>
          <a:xfrm>
            <a:off x="10064164" y="3625184"/>
            <a:ext cx="0" cy="1172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3"/>
          </p:cNvCxnSpPr>
          <p:nvPr/>
        </p:nvCxnSpPr>
        <p:spPr>
          <a:xfrm>
            <a:off x="5858933" y="4345556"/>
            <a:ext cx="2438400" cy="697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endCxn id="61" idx="3"/>
          </p:cNvCxnSpPr>
          <p:nvPr/>
        </p:nvCxnSpPr>
        <p:spPr>
          <a:xfrm flipH="1">
            <a:off x="5858933" y="5043309"/>
            <a:ext cx="2438400" cy="426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Parallelogram 75"/>
          <p:cNvSpPr/>
          <p:nvPr/>
        </p:nvSpPr>
        <p:spPr>
          <a:xfrm>
            <a:off x="8146868" y="4797778"/>
            <a:ext cx="2904954" cy="956997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Make payment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10064164" y="5741063"/>
            <a:ext cx="0" cy="456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owchart: Terminator 78"/>
          <p:cNvSpPr/>
          <p:nvPr/>
        </p:nvSpPr>
        <p:spPr>
          <a:xfrm>
            <a:off x="8146869" y="6187518"/>
            <a:ext cx="2904954" cy="604683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STOP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744726" y="3964673"/>
            <a:ext cx="657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3805917" y="5489832"/>
            <a:ext cx="59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639266" y="1517078"/>
            <a:ext cx="694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YES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759691" y="3292679"/>
            <a:ext cx="62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8801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 for project iii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Enter delivery location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Ask for the weight of the package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Tell the user the delivery fee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Allow the user to make payment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End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390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553157"/>
            <a:ext cx="8825658" cy="824088"/>
          </a:xfrm>
        </p:spPr>
        <p:txBody>
          <a:bodyPr/>
          <a:lstStyle/>
          <a:p>
            <a:r>
              <a:rPr lang="en-US" dirty="0" smtClean="0"/>
              <a:t>Project iv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9582" y="1275644"/>
            <a:ext cx="11102417" cy="5068711"/>
          </a:xfrm>
        </p:spPr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lowchart: Terminator 3"/>
          <p:cNvSpPr/>
          <p:nvPr/>
        </p:nvSpPr>
        <p:spPr>
          <a:xfrm>
            <a:off x="519289" y="1377245"/>
            <a:ext cx="1557867" cy="48542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Welcome 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Arrow Connector 5"/>
          <p:cNvCxnSpPr>
            <a:stCxn id="4" idx="3"/>
          </p:cNvCxnSpPr>
          <p:nvPr/>
        </p:nvCxnSpPr>
        <p:spPr>
          <a:xfrm flipV="1">
            <a:off x="2077156" y="1614311"/>
            <a:ext cx="451555" cy="5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2427111" y="1275644"/>
            <a:ext cx="1648178" cy="841023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your nam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 flipV="1">
            <a:off x="3970161" y="1693333"/>
            <a:ext cx="353483" cy="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4323644" y="762000"/>
            <a:ext cx="2111023" cy="186266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was your JAMB score</a:t>
            </a:r>
            <a:endParaRPr lang="en-US" dirty="0"/>
          </a:p>
        </p:txBody>
      </p:sp>
      <p:cxnSp>
        <p:nvCxnSpPr>
          <p:cNvPr id="16" name="Elbow Connector 15"/>
          <p:cNvCxnSpPr/>
          <p:nvPr/>
        </p:nvCxnSpPr>
        <p:spPr>
          <a:xfrm flipV="1">
            <a:off x="6434667" y="1275644"/>
            <a:ext cx="809311" cy="3951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839322" y="1670755"/>
            <a:ext cx="0" cy="40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39322" y="2060222"/>
            <a:ext cx="4046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243978" y="1061156"/>
            <a:ext cx="1095022" cy="5192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230 and above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243978" y="1845731"/>
            <a:ext cx="1049867" cy="5080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Below 230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8" name="Straight Arrow Connector 27"/>
          <p:cNvCxnSpPr>
            <a:stCxn id="24" idx="3"/>
          </p:cNvCxnSpPr>
          <p:nvPr/>
        </p:nvCxnSpPr>
        <p:spPr>
          <a:xfrm flipV="1">
            <a:off x="8339000" y="1320800"/>
            <a:ext cx="3873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8726311" y="486834"/>
            <a:ext cx="2269688" cy="166793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many credits do you have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1" name="Elbow Connector 30"/>
          <p:cNvCxnSpPr>
            <a:stCxn id="29" idx="2"/>
          </p:cNvCxnSpPr>
          <p:nvPr/>
        </p:nvCxnSpPr>
        <p:spPr>
          <a:xfrm rot="16200000" flipH="1">
            <a:off x="9812316" y="2203604"/>
            <a:ext cx="870657" cy="7729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9088176" y="2590093"/>
            <a:ext cx="1" cy="435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9071856" y="2590093"/>
            <a:ext cx="7892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916778" y="3015190"/>
            <a:ext cx="1567310" cy="6611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 and above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293845" y="3025774"/>
            <a:ext cx="1415822" cy="661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Below 5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0634134" y="3678765"/>
            <a:ext cx="0" cy="396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9492312" y="4061530"/>
            <a:ext cx="2283644" cy="1682044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Did you pass an interview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Elbow Connector 45"/>
          <p:cNvCxnSpPr>
            <a:stCxn id="42" idx="1"/>
          </p:cNvCxnSpPr>
          <p:nvPr/>
        </p:nvCxnSpPr>
        <p:spPr>
          <a:xfrm rot="10800000">
            <a:off x="7924800" y="4027134"/>
            <a:ext cx="1567512" cy="8754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708556" y="4902552"/>
            <a:ext cx="0" cy="8029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8015111" y="5705475"/>
            <a:ext cx="678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26" idx="2"/>
          </p:cNvCxnSpPr>
          <p:nvPr/>
        </p:nvCxnSpPr>
        <p:spPr>
          <a:xfrm flipH="1">
            <a:off x="7768911" y="2353732"/>
            <a:ext cx="1" cy="990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6558844" y="3356326"/>
            <a:ext cx="173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7090" y="3356326"/>
            <a:ext cx="13700" cy="546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arallelogram 68"/>
          <p:cNvSpPr/>
          <p:nvPr/>
        </p:nvSpPr>
        <p:spPr>
          <a:xfrm>
            <a:off x="5080000" y="5242809"/>
            <a:ext cx="3048000" cy="887057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Congrats! You have been admitted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Parallelogram 69"/>
          <p:cNvSpPr/>
          <p:nvPr/>
        </p:nvSpPr>
        <p:spPr>
          <a:xfrm>
            <a:off x="5336923" y="3899165"/>
            <a:ext cx="2607733" cy="1032581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Sorry, we can’t give you admission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 flipH="1">
            <a:off x="3330222" y="4244622"/>
            <a:ext cx="2201334" cy="383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9" idx="5"/>
          </p:cNvCxnSpPr>
          <p:nvPr/>
        </p:nvCxnSpPr>
        <p:spPr>
          <a:xfrm flipH="1" flipV="1">
            <a:off x="3330222" y="4665133"/>
            <a:ext cx="1860660" cy="1021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lowchart: Terminator 76"/>
          <p:cNvSpPr/>
          <p:nvPr/>
        </p:nvSpPr>
        <p:spPr>
          <a:xfrm>
            <a:off x="1944247" y="4383263"/>
            <a:ext cx="1422400" cy="51928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682285" y="3997942"/>
            <a:ext cx="62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8729957" y="5341080"/>
            <a:ext cx="579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17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 for project iv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Welcome the user.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Request user to enter his/her name.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Ask the user his/her JAMB score.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Ask the user how many credits they had.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Ask the user if they passed an interview or not.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If the user meets the necessary requirements, give the user admission.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If the user does not meet the necessary requirements, do not give the user admission.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75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485423"/>
            <a:ext cx="8825658" cy="857956"/>
          </a:xfrm>
        </p:spPr>
        <p:txBody>
          <a:bodyPr/>
          <a:lstStyle/>
          <a:p>
            <a:r>
              <a:rPr lang="en-US" dirty="0" smtClean="0"/>
              <a:t>Project v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844" y="1241778"/>
            <a:ext cx="11209867" cy="5136444"/>
          </a:xfrm>
        </p:spPr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lowchart: Terminator 3"/>
          <p:cNvSpPr/>
          <p:nvPr/>
        </p:nvSpPr>
        <p:spPr>
          <a:xfrm>
            <a:off x="959556" y="1343378"/>
            <a:ext cx="2043288" cy="45155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 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767644" y="2099734"/>
            <a:ext cx="2235200" cy="1004710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the boy at location (0,0)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Parallelogram 28"/>
          <p:cNvSpPr/>
          <p:nvPr/>
        </p:nvSpPr>
        <p:spPr>
          <a:xfrm>
            <a:off x="620889" y="3522132"/>
            <a:ext cx="2190044" cy="677333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girl at location (0,2)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0890" y="4752623"/>
            <a:ext cx="2190044" cy="8015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Move the boy to location (1,2)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2" name="Straight Arrow Connector 31"/>
          <p:cNvCxnSpPr>
            <a:stCxn id="30" idx="3"/>
            <a:endCxn id="33" idx="1"/>
          </p:cNvCxnSpPr>
          <p:nvPr/>
        </p:nvCxnSpPr>
        <p:spPr>
          <a:xfrm>
            <a:off x="2810934" y="5153378"/>
            <a:ext cx="1388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199466" y="4710289"/>
            <a:ext cx="1975556" cy="8861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Turn the girl to face East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5" name="Straight Arrow Connector 34"/>
          <p:cNvCxnSpPr>
            <a:stCxn id="33" idx="0"/>
          </p:cNvCxnSpPr>
          <p:nvPr/>
        </p:nvCxnSpPr>
        <p:spPr>
          <a:xfrm flipH="1" flipV="1">
            <a:off x="5181600" y="4281310"/>
            <a:ext cx="5644" cy="428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097865" y="3474154"/>
            <a:ext cx="2122313" cy="8071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 the boy to give the girl the flowers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9" name="Straight Arrow Connector 38"/>
          <p:cNvCxnSpPr>
            <a:stCxn id="36" idx="0"/>
          </p:cNvCxnSpPr>
          <p:nvPr/>
        </p:nvCxnSpPr>
        <p:spPr>
          <a:xfrm flipV="1">
            <a:off x="5159022" y="3206044"/>
            <a:ext cx="22578" cy="268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097865" y="2209800"/>
            <a:ext cx="2077157" cy="979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Move the girl to location (3,2)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2" name="Straight Arrow Connector 41"/>
          <p:cNvCxnSpPr>
            <a:stCxn id="40" idx="0"/>
          </p:cNvCxnSpPr>
          <p:nvPr/>
        </p:nvCxnSpPr>
        <p:spPr>
          <a:xfrm flipH="1" flipV="1">
            <a:off x="5136443" y="1907821"/>
            <a:ext cx="1" cy="301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996267" y="1241778"/>
            <a:ext cx="2263422" cy="6801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 the girl to plant the flower 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Straight Arrow Connector 45"/>
          <p:cNvCxnSpPr>
            <a:stCxn id="43" idx="3"/>
          </p:cNvCxnSpPr>
          <p:nvPr/>
        </p:nvCxnSpPr>
        <p:spPr>
          <a:xfrm flipV="1">
            <a:off x="6259689" y="1569156"/>
            <a:ext cx="1123244" cy="1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236179" y="2448277"/>
            <a:ext cx="2178756" cy="8480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 the girl at location (3,4)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9" name="Parallelogram 48"/>
          <p:cNvSpPr/>
          <p:nvPr/>
        </p:nvSpPr>
        <p:spPr>
          <a:xfrm>
            <a:off x="7270043" y="1241778"/>
            <a:ext cx="2376312" cy="776111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the boy at location (0,2)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3" name="Straight Arrow Connector 52"/>
          <p:cNvCxnSpPr>
            <a:stCxn id="48" idx="2"/>
          </p:cNvCxnSpPr>
          <p:nvPr/>
        </p:nvCxnSpPr>
        <p:spPr>
          <a:xfrm>
            <a:off x="8325557" y="3296355"/>
            <a:ext cx="0" cy="304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arallelogram 53"/>
          <p:cNvSpPr/>
          <p:nvPr/>
        </p:nvSpPr>
        <p:spPr>
          <a:xfrm>
            <a:off x="7010401" y="3600449"/>
            <a:ext cx="2404534" cy="848786"/>
          </a:xfrm>
          <a:prstGeom prst="parallelogram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Face the girl to the East 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8325557" y="4449234"/>
            <a:ext cx="5646" cy="427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owchart: Terminator 57"/>
          <p:cNvSpPr/>
          <p:nvPr/>
        </p:nvSpPr>
        <p:spPr>
          <a:xfrm>
            <a:off x="7010402" y="4876801"/>
            <a:ext cx="2314220" cy="564444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Stop </a:t>
            </a:r>
            <a:endParaRPr lang="en-US" dirty="0"/>
          </a:p>
        </p:txBody>
      </p:sp>
      <p:cxnSp>
        <p:nvCxnSpPr>
          <p:cNvPr id="60" name="Straight Arrow Connector 59"/>
          <p:cNvCxnSpPr>
            <a:endCxn id="48" idx="0"/>
          </p:cNvCxnSpPr>
          <p:nvPr/>
        </p:nvCxnSpPr>
        <p:spPr>
          <a:xfrm flipH="1">
            <a:off x="8325557" y="2002367"/>
            <a:ext cx="35628" cy="445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29" idx="4"/>
            <a:endCxn id="30" idx="0"/>
          </p:cNvCxnSpPr>
          <p:nvPr/>
        </p:nvCxnSpPr>
        <p:spPr>
          <a:xfrm>
            <a:off x="1715911" y="4199465"/>
            <a:ext cx="1" cy="55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endCxn id="29" idx="1"/>
          </p:cNvCxnSpPr>
          <p:nvPr/>
        </p:nvCxnSpPr>
        <p:spPr>
          <a:xfrm flipH="1">
            <a:off x="1800578" y="3115732"/>
            <a:ext cx="32458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4" idx="2"/>
          </p:cNvCxnSpPr>
          <p:nvPr/>
        </p:nvCxnSpPr>
        <p:spPr>
          <a:xfrm>
            <a:off x="1981200" y="1794933"/>
            <a:ext cx="0" cy="430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7978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 for project v.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2545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Place the boy at location (0,0)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Place girl at location (0,2)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Move the boy to location (1,2)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Turn the girl to face East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Set the boy to give the girl the flowers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Move the girl to location (3,2)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Set the girl to plant the flowers given to her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Place the boy at location (0,2)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Set the girl at location (3,4)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Face the girl to the east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579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3430</TotalTime>
  <Words>555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Ion Boardroom</vt:lpstr>
      <vt:lpstr>Flowchart for Aminat</vt:lpstr>
      <vt:lpstr>Pseudocode for Aminat</vt:lpstr>
      <vt:lpstr>Project ii</vt:lpstr>
      <vt:lpstr>Pseudocode for project ii</vt:lpstr>
      <vt:lpstr>Project iii</vt:lpstr>
      <vt:lpstr>Pseudocode for project iii</vt:lpstr>
      <vt:lpstr>Project iv</vt:lpstr>
      <vt:lpstr>Pseudocode for project iv</vt:lpstr>
      <vt:lpstr>Project v</vt:lpstr>
      <vt:lpstr>Pseudocode for project v.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for Aminat</dc:title>
  <dc:creator>Windows User</dc:creator>
  <cp:lastModifiedBy>Windows User</cp:lastModifiedBy>
  <cp:revision>33</cp:revision>
  <dcterms:created xsi:type="dcterms:W3CDTF">2022-03-26T19:51:27Z</dcterms:created>
  <dcterms:modified xsi:type="dcterms:W3CDTF">2022-03-29T05:01:35Z</dcterms:modified>
</cp:coreProperties>
</file>